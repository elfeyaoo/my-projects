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2" r:id="rId6"/>
    <p:sldId id="263" r:id="rId7"/>
    <p:sldId id="266" r:id="rId8"/>
    <p:sldId id="264" r:id="rId9"/>
    <p:sldId id="260" r:id="rId10"/>
    <p:sldId id="269" r:id="rId11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32" autoAdjust="0"/>
  </p:normalViewPr>
  <p:slideViewPr>
    <p:cSldViewPr>
      <p:cViewPr>
        <p:scale>
          <a:sx n="66" d="100"/>
          <a:sy n="66" d="100"/>
        </p:scale>
        <p:origin x="1308" y="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0CF4B43D-491D-C602-328B-BE86EAF5DBC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C56148F-65FB-044B-8C44-C7CBDB651BB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D1D322D-3766-A145-D6BB-F6171A7D53DA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5A019D7-02E5-F6D4-BF2A-1F1DDF64EFF7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4BAD343-3D6E-A20F-2945-F78E83EA56EB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74D66CF-FF0E-7320-E865-02EFF7B9BC4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AB06AE92-0EA4-41ED-81D6-744C2943D14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DBA7062-89AD-2D81-8953-6FC78873556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1CD7EE3-158C-47E5-96AE-72270A75B8A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IN" altLang="en-US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4DF08256-9640-C4F4-AC8B-8C1D347C30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112CBC3E-CB02-98D8-0387-233280DBC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99FB8F62-7B9F-F6D6-8CD5-A0C27369885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B169F26-4CAC-4B4F-861B-78C14EBDF331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IN" altLang="en-US" sz="1400"/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0A098328-091E-91B0-9BE8-C86187E37B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BD358408-1710-E1C5-9B9B-2282FE106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A4C98480-88D4-E90A-08A3-97E134F67E4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5B39C6-6FCD-4F6B-A97F-99A26539BD05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IN" altLang="en-US" sz="1400"/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7273468E-1AA1-515A-5084-81893DFA4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97016F54-1CB3-BCF2-EEDA-79BF3D69C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D4F95EA1-C54D-7E65-EDF2-47746E8E379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4E9A0E8-9DBE-4F2E-9293-C880EC4568C1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IN" altLang="en-US" sz="1400"/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BA65C93A-1213-AE9E-0072-9EEDB2A1F1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B150CD1D-C86F-4E2B-B837-F0AB211FC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3DA4F0A8-8195-6AE2-6CDF-9C9D204034D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C4748F-BDE6-427E-8130-7511D06B4477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IN" altLang="en-US" sz="1400"/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0E48A7DC-9D37-ED2D-6CBE-F604E11344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1FD5B3B9-EC57-7D59-FEC1-F6800004F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8DEED38D-07C7-9042-2B88-CA31CD072A5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04F069-DEB4-42CB-B7E1-47DECD53D77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IN" altLang="en-US" sz="1400"/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8BB938E3-42CA-0EBF-43BC-C5448B5AE9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66BA705E-A81A-E454-2973-5185663E7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27F72E8F-5429-E3B1-28A2-EE7F67D19B3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C55308-C5DF-4B1F-8D91-8FF4DAA9BB8C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IN" altLang="en-US" sz="1400"/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291BC7CD-6D5D-D320-D2A2-6C04675C5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F441629B-DA2F-88E0-FBBF-2ECCD8520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A8674AD0-5474-29BB-7B8C-757F3C96F04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338D95-8DE4-4A68-BADE-533208FDA45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IN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B58B374C-E251-0C7D-38DD-6D183B441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ECE06795-815E-DA87-4D52-3E7719DF11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29B7EC48-C292-087F-6165-D8FD7DD8B41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11A15D-6ECD-4F58-9A8D-5E8B577789E9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IN" altLang="en-US" sz="1400"/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465C0E31-A753-C8E3-9ACF-65B399A30E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A3AAD4F0-2EFF-B432-6F90-85997ACCE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29B7EC48-C292-087F-6165-D8FD7DD8B41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11A15D-6ECD-4F58-9A8D-5E8B577789E9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IN" altLang="en-US" sz="1400"/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465C0E31-A753-C8E3-9ACF-65B399A30E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A3AAD4F0-2EFF-B432-6F90-85997ACCE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1240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0CC5FA9B-92FF-6571-5015-99067142E036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438B85C-240D-6F8E-40D8-AA14C906F7F0}"/>
                </a:ext>
              </a:extLst>
            </p:cNvPr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EBCCAE-1034-7CF0-C5A7-A18F0BD5910A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B0E99566-D126-A023-B152-8FAD7C18CC24}"/>
                </a:ext>
              </a:extLst>
            </p:cNvPr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15E0BC48-4228-EF9F-D223-7CF732D4BFC0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B5187955-AD4F-21F0-8808-5D89333FBD2F}"/>
                </a:ext>
              </a:extLst>
            </p:cNvPr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8CC77338-27B2-AD72-A30A-CC1C2F1C1618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CC8EEC60-8C25-C0AC-ED33-9C290543C144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5FC4C901-6318-5807-A07B-ACBCA487D3A5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005BD309-7DC7-8669-DBAD-2D7BC77DC0F7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D7E130A-30D2-F28C-8A4F-CCF84B0406F5}"/>
                </a:ext>
              </a:extLst>
            </p:cNvPr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237F7FE-3F07-E3D4-5425-4541CD3AD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0C580-7A5E-4239-8C35-FAB77AA22417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2B72B78-B264-31EC-039C-307C71E46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E816140-843D-F9DC-93B9-2E05E4A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EE591-33F0-42BB-9A37-AB89FFB06B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6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12ED4-36E5-C1AE-AD43-70F2A2A2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3A7DE-4750-4C11-9F05-3613029CAB05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F137B-CA6D-3946-DE99-E5E2F72F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285F-6314-4AAE-6C14-37643A6E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8293C-7C1B-4305-A69E-CD38E704C4C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56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 anchor="t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02B4-6FEA-7FB1-8F1B-2D5745379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C6BA3-D9AC-4768-BCCE-547183ED1797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E2E1F-E914-3E82-64D9-27558AE4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92A16-D6FF-70D1-A45E-693A439E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A0245-4420-48AF-82B7-F41BCD9AE1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3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9B2FCCD-6481-9314-1F58-E44455AF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89777-3761-4ABB-AD80-43ED748B6181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A4D042-713E-78DF-437A-6331EA1F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E9DA41-7B24-E28A-DC40-533B3EB2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50C24-A1B2-479C-814B-EB820F5D03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9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B8685F8-DB36-905A-8F89-6CDF9472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D734F-24FF-4235-8C0A-E857C3C0C702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B614919-4465-19A6-9A1A-5A109896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8DE678-29D2-D1A7-7EF2-22A12AEA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DAD67-7F11-4274-8BD9-4A37BB773B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2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D1A7A85-4E86-4F11-B11F-4EA08A08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B3507-95E6-4E07-B3A2-6B77BC098802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00817D-CE06-59B4-7337-BE53B7D7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7EB165-95DC-A4FB-DC9B-C70BB476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24733-E1B2-4603-9465-53CC0113A8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7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4FAD9D1-ED4F-F9CC-B2C4-3A9C0C08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A81FB-6BD0-4B66-B5CB-D986B9FD3CA4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1AF7747-9CAC-F1F2-EF7F-022C39E8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6B1AC0-DE70-E725-4230-35EB3300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44F28-2D5B-45A3-B751-75B925E882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9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E0890E1-D7CB-AB82-041E-FFE5B066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20C40-303D-4A58-BB13-0B8EB0D96378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971D38-A6B9-6B6E-FF2A-CE08C5F2B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7DB83B-F2A2-97CA-B770-1CCBF302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F8F56-394A-487C-BC10-F674F5F425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17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2A8040D-35F2-EB2C-5173-19F9E6C2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DE380-13A5-49F4-91C1-DE2B183D45CA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035E709-40AF-79BC-5466-0DD1D19CB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B5AA8F0-0214-1F34-0169-6ED2B611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7E80D-4A11-4B62-84AB-6990477999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3621E-E96F-6B43-7475-33551F5B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7F801-482A-45F2-BBEF-65BFD9642D2D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EA397-EC7A-E1FD-ED16-E9307349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708A2-2628-84C8-BBD0-C7222996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F6BD0-C214-4B0F-87F5-E759BEAFE0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2C5822-92A2-3CF6-1CE5-3EA7435755BC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2D313-D9B9-5B68-8F85-D68C3ADF2C13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2E0F327-6810-0E39-34E9-ACD2C929BB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56AEC-92FC-47C2-B6E9-97EC4F65250E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B8F0138-1CB8-8247-06AA-44E27BDEA9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77D8874-3671-29A4-E39A-9623FDD4C8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58192-3E32-44D3-ADA0-5E69AB6109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96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AC4B2-1A6F-FCF7-33B9-CEA51677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08D5B-C39A-42F6-86C9-FEDBDD8F5721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07516-BFB6-6DC2-4A53-7B286FB2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98A6B-82BD-8C6D-CCB4-6CE842EF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F0474-CB59-4B74-B54D-1F0BD266B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01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D9F188-BB2D-AAB2-A940-408F9AE6DE3A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AB762-66B8-3D18-1AAE-75E9C050FEB4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1B54C07-0845-4CA2-6A48-E885E4F7D1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F37B7-7FBC-4C0D-8858-06A84CB693CA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D0074F7-C52C-594D-8E2B-D16D38AA47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BE3002-6E74-A1A8-EB67-955554AC3A0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C6D20-53E6-4644-B8CD-AA8231FF95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71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2B1E-1F95-464F-33D3-96F3D77421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38AAC-8FCB-4319-A461-142C43B4D60E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67DDD-0CAB-1E2F-62AF-246D7E1618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1195F-BCB3-F862-167B-E5B09EC391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CA985-1A41-45EA-B20F-DF1FA7F0FF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60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4E1B5-539F-9FDA-65F6-5AB4EF21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7FD09-8CB6-4885-981B-3A80A193AB26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BBFA4-0714-175E-4781-68B3E684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725E9-824C-7678-BB6C-43785CDA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5101A-67F0-4D6C-A22A-BB3D6C77D8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18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0CE46-24AF-247F-4C46-95367DCE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C5822-F83A-4B25-8294-BB2A574F69AE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FBA84-5E17-7290-FE36-BDE039FE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BEAAE-201E-FA8D-3F40-32FD3D7B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27438-3211-48F5-A866-18CBE5D6CE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74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0041C1C2-6CE1-22FE-50F0-7E8C8B1787C7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3923620-3476-F0C8-AEAB-6E0724D96F5C}"/>
                </a:ext>
              </a:extLst>
            </p:cNvPr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98DADA-3256-D599-EA25-D43B569C1683}"/>
                </a:ext>
              </a:extLst>
            </p:cNvPr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5ABB60-EA20-8CD4-E642-BC25ACFF0CA3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9269243-E36C-06D0-A034-6ED193B357A1}"/>
                </a:ext>
              </a:extLst>
            </p:cNvPr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0DFC9E6-36A8-67E0-D7E2-26F957248C9F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72480CC-123A-C9BD-5234-E9D9D6F933F6}"/>
                </a:ext>
              </a:extLst>
            </p:cNvPr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20391A1-48B9-386A-FD18-1D3C10C42368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445C599-02C5-F4EF-4DC4-584228680EB8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0E4C3B7-6627-8A9C-5D14-93C49874059E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A590F02-4941-4C2B-A375-F623F7461554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59072-A172-9DC9-07A6-D68385E6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1455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3F94B-C2D1-DD82-F519-EC6AD267A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513" y="2381250"/>
            <a:ext cx="6997700" cy="4278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76110-F9BC-A0DD-B85E-387FADA40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07FD37E-979D-4339-848A-0400CD102A38}" type="datetimeFigureOut">
              <a:rPr lang="en-US"/>
              <a:pPr>
                <a:defRPr/>
              </a:pPr>
              <a:t>11/7/2023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CC2C5-EC30-2703-D1A3-4475A7DBC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62FE7-60B9-AAC8-4061-3C756F333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C39031A6-9FF0-4F69-A41E-7A6EE1E60A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40" r:id="rId11"/>
    <p:sldLayoutId id="2147483735" r:id="rId12"/>
    <p:sldLayoutId id="2147483741" r:id="rId13"/>
    <p:sldLayoutId id="2147483736" r:id="rId14"/>
    <p:sldLayoutId id="2147483737" r:id="rId15"/>
    <p:sldLayoutId id="2147483738" r:id="rId16"/>
  </p:sldLayoutIdLst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78A6FC22-A96C-1885-C284-32806BC7A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E-Canteen for APSIT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Avadhoot Virkar (22107064)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Atharva Thube (22107062)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Akash Vidwan (22107007)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</a:t>
            </a:r>
            <a:r>
              <a:rPr lang="en-I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Sheetal Jadhav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8B8179-B3AD-6C0D-8D5D-4FD01B80B637}"/>
              </a:ext>
            </a:extLst>
          </p:cNvPr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73CE51F-3A0D-E00E-C6A7-3F283196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80625" cy="1952477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5CA18294-F88C-CFF0-99E0-03503B1A2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44463"/>
            <a:ext cx="90709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Contents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D23A965-4B11-9815-DCD3-450EB32A2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116013"/>
            <a:ext cx="9323388" cy="6443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Introduction</a:t>
            </a:r>
          </a:p>
          <a:p>
            <a:pPr eaLnBrk="1" hangingPunct="1">
              <a:lnSpc>
                <a:spcPct val="15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Objectives</a:t>
            </a:r>
          </a:p>
          <a:p>
            <a:pPr eaLnBrk="1" hangingPunct="1">
              <a:lnSpc>
                <a:spcPct val="15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Scope</a:t>
            </a:r>
          </a:p>
          <a:p>
            <a:pPr eaLnBrk="1" hangingPunct="1">
              <a:lnSpc>
                <a:spcPct val="15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Features / Functionality</a:t>
            </a:r>
          </a:p>
          <a:p>
            <a:pPr eaLnBrk="1" hangingPunct="1">
              <a:lnSpc>
                <a:spcPct val="15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Project Outcomes</a:t>
            </a:r>
          </a:p>
          <a:p>
            <a:pPr eaLnBrk="1" hangingPunct="1">
              <a:lnSpc>
                <a:spcPct val="15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Technology Stack</a:t>
            </a:r>
          </a:p>
          <a:p>
            <a:pPr eaLnBrk="1" hangingPunct="1">
              <a:lnSpc>
                <a:spcPct val="15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Block Diagram 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FB9FEF0-4C42-9E47-0D17-EDD84657B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1. Introduction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E5D4CEF6-1C42-282B-5810-87601B7BD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450850" indent="-342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935038" indent="-342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107950" indent="0" eaLnBrk="1" hangingPunct="1">
              <a:lnSpc>
                <a:spcPct val="150000"/>
              </a:lnSpc>
              <a:spcAft>
                <a:spcPts val="1413"/>
              </a:spcAft>
            </a:pP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Problem Identified </a:t>
            </a: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2" eaLnBrk="1" hangingPunct="1">
              <a:lnSpc>
                <a:spcPct val="150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Ordering Process.</a:t>
            </a:r>
          </a:p>
          <a:p>
            <a:pPr lvl="2" eaLnBrk="1" hangingPunct="1">
              <a:lnSpc>
                <a:spcPct val="150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wastage and the inconvenience of cash-handling</a:t>
            </a:r>
            <a:endParaRPr lang="en-IN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950" indent="0" eaLnBrk="1" hangingPunct="1">
              <a:lnSpc>
                <a:spcPct val="150000"/>
              </a:lnSpc>
              <a:spcAft>
                <a:spcPts val="1413"/>
              </a:spcAft>
            </a:pP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Solution Proposed </a:t>
            </a: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 eaLnBrk="1" hangingPunct="1">
              <a:lnSpc>
                <a:spcPct val="150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Food Ordering Platform</a:t>
            </a:r>
          </a:p>
          <a:p>
            <a:pPr lvl="2" eaLnBrk="1" hangingPunct="1">
              <a:lnSpc>
                <a:spcPct val="150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waiting time and easy Payment Process</a:t>
            </a:r>
          </a:p>
          <a:p>
            <a:pPr lvl="2" eaLnBrk="1" hangingPunct="1">
              <a:lnSpc>
                <a:spcPct val="93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836E394-6284-0F1C-14C2-7EACE37FE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2</a:t>
            </a:r>
            <a:r>
              <a:rPr lang="en-IN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. Objectives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941077D7-5B1D-66CE-4C6F-9541475E6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+mj-lt"/>
              <a:buAutoNum type="arabicPeriod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managing canteen.</a:t>
            </a: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+mj-lt"/>
              <a:buAutoNum type="arabicPeriod"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&amp; provide convenience of ordering food.</a:t>
            </a: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+mj-lt"/>
              <a:buAutoNum type="arabicPeriod"/>
              <a:defRPr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wastage of time.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F8C0C07-FBCA-0958-BC8B-6078CE28D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45" y="183659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3. Scope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21B9B78B-6DB4-CE3F-BBBF-C04BA6955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1" y="1259557"/>
            <a:ext cx="9070975" cy="561176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developing a user-friendly digital platform where students and staff can browse menus, place orders, make payments, and track orders. It involves:</a:t>
            </a: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secure and easy  payments,</a:t>
            </a: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order tracking,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like personal user accounts and access only with college ID.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7" indent="-3429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20950" y="2625676"/>
            <a:ext cx="503872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0E14BDAB-7AB7-330F-A3C5-66679F05F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4. Feature /Functionality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465FB5B-B762-79C8-BC13-CB4495D25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Online Ordering</a:t>
            </a:r>
          </a:p>
          <a:p>
            <a:pPr marL="452437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order summaries and pricing information are provided for convenience.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Time Management</a:t>
            </a:r>
          </a:p>
          <a:p>
            <a:pPr marL="452437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the waiting time, effectively reducing unnecessary time wastage and enhancing overall efficiency.</a:t>
            </a: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Records </a:t>
            </a:r>
          </a:p>
          <a:p>
            <a:pPr marL="452437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all records.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7" indent="-45720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buAutoNum type="arabicPeriod" startAt="2"/>
              <a:defRPr/>
            </a:pPr>
            <a:endParaRPr lang="en-I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D726CAD-BB71-8ECF-097C-0EE3A8FA5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5. </a:t>
            </a:r>
            <a:r>
              <a:rPr lang="en-IN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Outcome of Project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8C2CA3C4-8126-64D4-B0F6-F30D2F72B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check the canteen menu and place an order online. </a:t>
            </a: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view the waiting time, effectively reducing unnecessary time wastage.</a:t>
            </a: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crowd and long queues ensuring that work is carried out properly and efficiently.</a:t>
            </a: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modify the menu and orders, and keep a record of payments .</a:t>
            </a:r>
            <a:endParaRPr lang="en-US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609B100C-491A-2E2B-F763-BCE2F7565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6. Technology Stack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CFBE54B4-F6D9-4B26-F5F5-202CAC021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+mj-lt"/>
              <a:buAutoNum type="arabicPeriod"/>
              <a:defRPr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7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 SE Development Kit 8u202</a:t>
            </a: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NetBeans IDE 18</a:t>
            </a:r>
            <a:endParaRPr lang="en-US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AutoNum type="arabicPeriod" startAt="2"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</a:t>
            </a: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 8.0.34</a:t>
            </a:r>
          </a:p>
          <a:p>
            <a:pPr marL="566737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 Connector/J 8.1.0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60192" y="251445"/>
            <a:ext cx="22322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816" y="1259557"/>
            <a:ext cx="2520280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to admin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6536" y="1259557"/>
            <a:ext cx="2520280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to student dashboard</a:t>
            </a:r>
          </a:p>
        </p:txBody>
      </p:sp>
      <p:cxnSp>
        <p:nvCxnSpPr>
          <p:cNvPr id="22" name="Elbow Connector 21"/>
          <p:cNvCxnSpPr>
            <a:stCxn id="3" idx="2"/>
            <a:endCxn id="4" idx="0"/>
          </p:cNvCxnSpPr>
          <p:nvPr/>
        </p:nvCxnSpPr>
        <p:spPr>
          <a:xfrm rot="5400000">
            <a:off x="3168104" y="-648655"/>
            <a:ext cx="576064" cy="3240360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3" idx="2"/>
            <a:endCxn id="15" idx="0"/>
          </p:cNvCxnSpPr>
          <p:nvPr/>
        </p:nvCxnSpPr>
        <p:spPr>
          <a:xfrm rot="16200000" flipH="1">
            <a:off x="6408464" y="-648655"/>
            <a:ext cx="576064" cy="3240360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9864" y="3623297"/>
            <a:ext cx="2376264" cy="6639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&amp; Completed Orders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7864" y="4575797"/>
            <a:ext cx="2376264" cy="674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of Payments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4816" y="2671629"/>
            <a:ext cx="2376264" cy="6913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Editing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7864" y="5538916"/>
            <a:ext cx="2351216" cy="674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Profile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7864" y="6502035"/>
            <a:ext cx="2351216" cy="674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Verifying the Users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56792" y="4024898"/>
            <a:ext cx="2183720" cy="6519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an Order from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Canteen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680272" y="5707697"/>
            <a:ext cx="2160240" cy="6424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 payment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8532" y="4882496"/>
            <a:ext cx="2183720" cy="6209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Order Summary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80272" y="6554371"/>
            <a:ext cx="2183720" cy="6424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Confirmation</a:t>
            </a:r>
          </a:p>
        </p:txBody>
      </p:sp>
      <p:cxnSp>
        <p:nvCxnSpPr>
          <p:cNvPr id="54" name="Straight Connector 53"/>
          <p:cNvCxnSpPr>
            <a:cxnSpLocks/>
            <a:stCxn id="4" idx="2"/>
          </p:cNvCxnSpPr>
          <p:nvPr/>
        </p:nvCxnSpPr>
        <p:spPr>
          <a:xfrm>
            <a:off x="1835956" y="2051645"/>
            <a:ext cx="0" cy="28803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</p:cNvCxnSpPr>
          <p:nvPr/>
        </p:nvCxnSpPr>
        <p:spPr>
          <a:xfrm flipH="1">
            <a:off x="431800" y="2339677"/>
            <a:ext cx="140415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24" name="Straight Connector 26623"/>
          <p:cNvCxnSpPr>
            <a:cxnSpLocks/>
          </p:cNvCxnSpPr>
          <p:nvPr/>
        </p:nvCxnSpPr>
        <p:spPr>
          <a:xfrm>
            <a:off x="431800" y="2339677"/>
            <a:ext cx="0" cy="449978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26" name="Straight Arrow Connector 26625"/>
          <p:cNvCxnSpPr>
            <a:endCxn id="38" idx="1"/>
          </p:cNvCxnSpPr>
          <p:nvPr/>
        </p:nvCxnSpPr>
        <p:spPr>
          <a:xfrm>
            <a:off x="431800" y="6839466"/>
            <a:ext cx="576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28" name="Straight Arrow Connector 26627"/>
          <p:cNvCxnSpPr>
            <a:cxnSpLocks/>
            <a:endCxn id="36" idx="1"/>
          </p:cNvCxnSpPr>
          <p:nvPr/>
        </p:nvCxnSpPr>
        <p:spPr>
          <a:xfrm>
            <a:off x="431800" y="5876347"/>
            <a:ext cx="576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31" name="Straight Arrow Connector 26630"/>
          <p:cNvCxnSpPr>
            <a:endCxn id="33" idx="1"/>
          </p:cNvCxnSpPr>
          <p:nvPr/>
        </p:nvCxnSpPr>
        <p:spPr>
          <a:xfrm>
            <a:off x="431800" y="4913228"/>
            <a:ext cx="576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33" name="Straight Arrow Connector 26632"/>
          <p:cNvCxnSpPr>
            <a:endCxn id="32" idx="1"/>
          </p:cNvCxnSpPr>
          <p:nvPr/>
        </p:nvCxnSpPr>
        <p:spPr>
          <a:xfrm>
            <a:off x="431800" y="3955249"/>
            <a:ext cx="548064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37" name="Straight Arrow Connector 26636"/>
          <p:cNvCxnSpPr>
            <a:cxnSpLocks/>
            <a:endCxn id="35" idx="1"/>
          </p:cNvCxnSpPr>
          <p:nvPr/>
        </p:nvCxnSpPr>
        <p:spPr>
          <a:xfrm>
            <a:off x="431800" y="3016146"/>
            <a:ext cx="523016" cy="116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4ECA79E-8C6F-C7DF-A5D6-B4B3E10A1970}"/>
              </a:ext>
            </a:extLst>
          </p:cNvPr>
          <p:cNvSpPr txBox="1"/>
          <p:nvPr/>
        </p:nvSpPr>
        <p:spPr>
          <a:xfrm>
            <a:off x="564134" y="130876"/>
            <a:ext cx="3240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Aft>
                <a:spcPts val="1413"/>
              </a:spcAft>
              <a:buClr>
                <a:srgbClr val="000000"/>
              </a:buClr>
              <a:buSzPct val="45000"/>
            </a:pP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Block Diagram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8504" y="3016146"/>
            <a:ext cx="2183720" cy="563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Canteen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67633" y="2990260"/>
            <a:ext cx="2183720" cy="563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Canteen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51795" y="4047344"/>
            <a:ext cx="2337128" cy="6519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 an Order from Canteen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95" y="4839432"/>
            <a:ext cx="2200847" cy="7681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599" y="5707697"/>
            <a:ext cx="2182557" cy="6645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485" y="6554371"/>
            <a:ext cx="2200847" cy="768163"/>
          </a:xfrm>
          <a:prstGeom prst="rect">
            <a:avLst/>
          </a:prstGeom>
        </p:spPr>
      </p:pic>
      <p:cxnSp>
        <p:nvCxnSpPr>
          <p:cNvPr id="18" name="Elbow Connector 17"/>
          <p:cNvCxnSpPr>
            <a:stCxn id="15" idx="2"/>
            <a:endCxn id="9" idx="0"/>
          </p:cNvCxnSpPr>
          <p:nvPr/>
        </p:nvCxnSpPr>
        <p:spPr>
          <a:xfrm rot="5400000">
            <a:off x="6576270" y="1275739"/>
            <a:ext cx="964501" cy="2516312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15" idx="2"/>
            <a:endCxn id="11" idx="0"/>
          </p:cNvCxnSpPr>
          <p:nvPr/>
        </p:nvCxnSpPr>
        <p:spPr>
          <a:xfrm rot="16200000" flipH="1">
            <a:off x="8068777" y="2299543"/>
            <a:ext cx="938615" cy="442817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40" idx="0"/>
          </p:cNvCxnSpPr>
          <p:nvPr/>
        </p:nvCxnSpPr>
        <p:spPr>
          <a:xfrm>
            <a:off x="5748652" y="3553523"/>
            <a:ext cx="0" cy="4713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40" idx="2"/>
            <a:endCxn id="42" idx="0"/>
          </p:cNvCxnSpPr>
          <p:nvPr/>
        </p:nvCxnSpPr>
        <p:spPr>
          <a:xfrm>
            <a:off x="5748652" y="4676863"/>
            <a:ext cx="11740" cy="2056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42" idx="2"/>
            <a:endCxn id="41" idx="0"/>
          </p:cNvCxnSpPr>
          <p:nvPr/>
        </p:nvCxnSpPr>
        <p:spPr>
          <a:xfrm>
            <a:off x="5760392" y="5503456"/>
            <a:ext cx="0" cy="2042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1" idx="2"/>
            <a:endCxn id="43" idx="0"/>
          </p:cNvCxnSpPr>
          <p:nvPr/>
        </p:nvCxnSpPr>
        <p:spPr>
          <a:xfrm>
            <a:off x="5760392" y="6350130"/>
            <a:ext cx="11740" cy="2042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12" idx="0"/>
          </p:cNvCxnSpPr>
          <p:nvPr/>
        </p:nvCxnSpPr>
        <p:spPr>
          <a:xfrm>
            <a:off x="8814877" y="3553523"/>
            <a:ext cx="5482" cy="4938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8731914" y="4657280"/>
            <a:ext cx="20304" cy="2570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14" idx="0"/>
          </p:cNvCxnSpPr>
          <p:nvPr/>
        </p:nvCxnSpPr>
        <p:spPr>
          <a:xfrm>
            <a:off x="8814877" y="5503456"/>
            <a:ext cx="1" cy="2042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4" idx="2"/>
          </p:cNvCxnSpPr>
          <p:nvPr/>
        </p:nvCxnSpPr>
        <p:spPr>
          <a:xfrm flipH="1">
            <a:off x="8814877" y="6372219"/>
            <a:ext cx="1" cy="2437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8AD267ED-F616-CB0F-A96D-6F3C44F4A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</a:p>
        </p:txBody>
      </p:sp>
    </p:spTree>
    <p:extLst>
      <p:ext uri="{BB962C8B-B14F-4D97-AF65-F5344CB8AC3E}">
        <p14:creationId xmlns:p14="http://schemas.microsoft.com/office/powerpoint/2010/main" val="3041197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1388</TotalTime>
  <Words>348</Words>
  <Application>Microsoft Office PowerPoint</Application>
  <PresentationFormat>Custom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DejaVu Sans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dell</cp:lastModifiedBy>
  <cp:revision>62</cp:revision>
  <cp:lastPrinted>2022-08-20T08:09:49Z</cp:lastPrinted>
  <dcterms:created xsi:type="dcterms:W3CDTF">2017-10-25T08:22:14Z</dcterms:created>
  <dcterms:modified xsi:type="dcterms:W3CDTF">2023-11-07T17:50:28Z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